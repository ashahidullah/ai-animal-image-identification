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9FD3-B4FF-9973-02CE-96947769B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38325-675C-E83A-8092-27690687D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1AF4-2A83-6657-15C0-B95103EE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8838-E61A-EC4B-822E-E6B70118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706C1-9D85-094D-B623-4080BDA0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4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0369-FFEE-80EA-0175-79E2C5D2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CF157-5847-8585-672F-C6A8587A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D27CF-474B-B206-ABA1-A6C9F05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424E5-FB48-FF2B-355A-79BE607F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0AC69-3A2B-1E3B-AB0A-74A47B3D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7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E817-F261-A22D-BE1E-70611E93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0A32A-155A-D68F-CDA6-748D48308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12BF-8AC4-3537-595E-7ECFE7CC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F090-F623-14D1-E769-BD6D4EB2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FBDC6-3C76-810E-7BD2-14AA3BEB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5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8200-A8E5-72E4-ADDF-8EABF3B1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7CA8-83D6-6354-B8AD-56A3C2104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D670A-F9EA-0A0D-B243-6E84649A8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2CAAA-671A-E287-30D3-44C125E8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EEA58-9A27-BD68-3EA5-16EB70CD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BDFF-E362-2945-6614-AADF238B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0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C15A-DD4F-CDE9-EFA0-572BC58E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2D08D-8CD2-1FB6-8FEF-CE6ED435D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999B5-EE9A-66E0-3473-2673C919B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7BEF0-97A1-DCDD-AA9F-42727AAC2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A133D-A1A0-F5AA-6F27-BD81876F5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A781F-8BD1-1DEE-B5BA-1AAF60D8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1A5510-6C0F-0FE2-9B20-3C589A4A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06491-B644-5CB7-1F9D-97374E0E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6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F4DD7-3592-A27D-6E85-DDBCFAF9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0306E-75C6-D8DC-F88A-B64B9149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5DC5D-B5EF-05E8-3FBC-5EE92C4A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2457C-5765-F860-22D2-A8F58AA3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0E90C-FAF8-3069-E55C-76EB1F1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D4571-1364-0436-6A2C-5137FA7B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2F2F0-3080-0FEC-CD9F-068DC0A1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5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49C5-0247-77D5-9822-8CA9DDAC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79FD-0E0A-55B1-C442-D12F2EC5E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5F81B-A741-5953-E149-5DCC9DA14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245D3-D5F1-1C5F-D8B4-46603F2A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9A63C-0591-C61C-D609-CC714620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12228-90F5-32D5-EE75-C80A46C4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0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1334-2926-049C-3E9C-F78A3F63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B3FC7-EE1E-C22B-6E47-132DE11B7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3F0E5-A1EE-7486-D6D7-C962D69DF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2E045-401C-7224-4324-E076EA24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C278D-50DE-101C-A6BD-14893B6F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37170-48BC-9315-A801-BEC16324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C5B3-2011-853D-2728-3F33DC8A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CCD59-A2CD-4E70-8423-6535E86D9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97B8-09D1-9D6A-8BD5-52675156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1A10-7452-49F2-CE0B-D24425AE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42693-6CC2-469D-56E0-19E020BD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1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2DBB3-1A9A-1246-5E17-500DC8790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A1604-A2B6-961C-14CA-15E6796C6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7B56D-15CD-13AB-38EE-4F4CB5F2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399B-851B-61A6-21FD-0A957E03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9CCFD-1037-9C7C-2669-D38124B4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3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E1E90-0884-FB92-2647-E8D440D0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D4803-387D-A7B2-8B41-E7283BA4D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A9AEF-F8F7-E18B-616A-7A7C828D1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17E07-1A7B-4150-A1BB-2B17FAF2A51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FB3A9-DB6A-4AAF-A86D-A58D84A1A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D7B22-116F-5715-3CD2-9719726A2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30319-0BCE-4DC8-8F2B-62AB1832F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7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1475D-9FEF-2B5C-B7EA-26ED87A5E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5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93C6A-2536-9733-2F7B-6474D9FA6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8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A69C0-5A5B-26BE-BB69-63927FA8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9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CCCB0-60B1-EE8E-DD5B-73B4E5FF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4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3D9DE-0082-7DB1-2CBD-48CC0036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2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71E6E-142D-D8E6-845E-31B5540F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4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1F71F-E1EC-55C6-F8C1-A94840D86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0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0C119F-7C59-E304-F07D-64F176B2E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0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AB5F5-94FF-383D-A972-99D1B4909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6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B447B-EA1B-247A-69BB-73A198825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0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halim</dc:creator>
  <cp:lastModifiedBy>mohammed halim</cp:lastModifiedBy>
  <cp:revision>1</cp:revision>
  <dcterms:created xsi:type="dcterms:W3CDTF">2026-05-04T13:03:47Z</dcterms:created>
  <dcterms:modified xsi:type="dcterms:W3CDTF">2026-05-04T13:18:14Z</dcterms:modified>
</cp:coreProperties>
</file>